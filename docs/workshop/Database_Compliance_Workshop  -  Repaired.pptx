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56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6" y="1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9036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7160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Compliance Scanning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400301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POC to Production: What's Working, What's Blocking Us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+ Group Discussion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Shola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0" y="4114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Agenda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54864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77724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73152" cy="77724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11:15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572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compliance scan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77724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73152" cy="77724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2468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11:30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2441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blockers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77724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73152" cy="77724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3375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11:45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3310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8229600" cy="77724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73152" cy="77724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42062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12:00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4178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5448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8229600" cy="45720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Shared understanding of where we are and what's needed to move forward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Capability Exists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 in the Demo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54864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82296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" cy="82296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Inventory-driven scanning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defined in YAML, not hardcoded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82296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54864" cy="82296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support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MSSQL, Oracle, Sybase from one framework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3931920" cy="82296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54864" cy="82296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423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host pattern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run through existing jump servers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331720"/>
            <a:ext cx="3931920" cy="82296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2331720"/>
            <a:ext cx="54864" cy="82296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37760" y="2423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output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results compatible with compliance reporting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follows...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Demonstration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Ansible execution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457200" cy="45720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737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inventory file (database definitions)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331720"/>
            <a:ext cx="457200" cy="45720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331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scan from AAP2 / command line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2926080"/>
            <a:ext cx="457200" cy="45720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execution on delegate host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3520440"/>
            <a:ext cx="457200" cy="45720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520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JSON output format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4114800"/>
            <a:ext cx="457200" cy="45720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114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compliance summary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097280" cy="54864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7772400" cy="219456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Technical Capability Exists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is not building it.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is operationalizing it across affiliates.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 about what's blocking us...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Blocking Enterprise Rollout?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Pain Points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54864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0" y="1371600"/>
            <a:ext cx="5486400" cy="73152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71600" y="1508760"/>
            <a:ext cx="457200" cy="45720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40480" y="1463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can't scan databases we don't know about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0" y="2057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0" y="2286000"/>
            <a:ext cx="5486400" cy="73152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71600" y="2423160"/>
            <a:ext cx="457200" cy="45720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7160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40480" y="2377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affiliates, different tools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0" y="2971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828800" y="3200400"/>
            <a:ext cx="5486400" cy="73152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371600" y="3337560"/>
            <a:ext cx="457200" cy="45720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716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011680" y="3291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40480" y="3291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affiliate has different architecture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89120" y="3886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828800" y="4114800"/>
            <a:ext cx="5486400" cy="73152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371600" y="4251960"/>
            <a:ext cx="457200" cy="45720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37160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011680" y="4206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840480" y="4206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methods vary everywhere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 Point 1: Discovery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Can't Scan Databases We Don't Know About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54864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207381"/>
              </p:ext>
            </p:extLst>
          </p:nvPr>
        </p:nvGraphicFramePr>
        <p:xfrm>
          <a:off x="457200" y="1371600"/>
          <a:ext cx="5029200" cy="152400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Need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Server, port, version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Outdated spreadsheets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account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"We'll get back to you"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path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"Check with infrastructure"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person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 are just very busy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60720" y="173736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of truth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autonomy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staleness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 Point 2: Password Management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Affiliates Use Different Tools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54864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5240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Affiliate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BU-1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CyberArk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lookup (CCP)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BU-2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Cloakware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File-based retrieval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BU-3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rotation tracking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AAP2 Vault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injection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integration for all affiliates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schedules vary (weekly to quarterly)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unclear (who provisions? who rotates?)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 Point 3: Network Connectivity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Affiliate Has Different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54864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29000" y="1280160"/>
            <a:ext cx="2286000" cy="64008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29000" y="1280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AAP2 Controller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920240"/>
            <a:ext cx="0" cy="36576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57400" y="2286000"/>
            <a:ext cx="502920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57400" y="2286000"/>
            <a:ext cx="0" cy="27432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2286000"/>
            <a:ext cx="0" cy="27432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86600" y="2286000"/>
            <a:ext cx="0" cy="27432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43000" y="2560320"/>
            <a:ext cx="1828800" cy="822960"/>
          </a:xfrm>
          <a:prstGeom prst="line">
            <a:avLst/>
          </a:prstGeom>
          <a:solidFill>
            <a:srgbClr val="FFFFFF"/>
          </a:solidFill>
          <a:ln w="381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300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BU-1 Jump Box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(Linux)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0" y="2560320"/>
            <a:ext cx="1828800" cy="822960"/>
          </a:xfrm>
          <a:prstGeom prst="line">
            <a:avLst/>
          </a:prstGeom>
          <a:solidFill>
            <a:srgbClr val="FFFFFF"/>
          </a:solidFill>
          <a:ln w="381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BU-2 Jump Box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(Windows)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2560320"/>
            <a:ext cx="1828800" cy="822960"/>
          </a:xfrm>
          <a:prstGeom prst="line">
            <a:avLst/>
          </a:prstGeom>
          <a:solidFill>
            <a:srgbClr val="FFFFFF"/>
          </a:solidFill>
          <a:ln w="381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7220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BU-3 Jump Box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(???)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57400" y="3383280"/>
            <a:ext cx="0" cy="274320"/>
          </a:xfrm>
          <a:prstGeom prst="line">
            <a:avLst/>
          </a:prstGeom>
          <a:noFill/>
          <a:ln w="25400">
            <a:solidFill>
              <a:srgbClr val="1F293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0" y="3383280"/>
            <a:ext cx="0" cy="274320"/>
          </a:xfrm>
          <a:prstGeom prst="line">
            <a:avLst/>
          </a:prstGeom>
          <a:noFill/>
          <a:ln w="25400">
            <a:solidFill>
              <a:srgbClr val="1F293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086600" y="3383280"/>
            <a:ext cx="0" cy="274320"/>
          </a:xfrm>
          <a:prstGeom prst="line">
            <a:avLst/>
          </a:prstGeom>
          <a:noFill/>
          <a:ln w="25400">
            <a:solidFill>
              <a:srgbClr val="1F293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143000" y="3657600"/>
            <a:ext cx="1828800" cy="640080"/>
          </a:xfrm>
          <a:prstGeom prst="lin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43000" y="3657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(reachable)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0" y="3657600"/>
            <a:ext cx="1828800" cy="640080"/>
          </a:xfrm>
          <a:prstGeom prst="lin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0" y="3657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(partial)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2200" y="3657600"/>
            <a:ext cx="1828800" cy="640080"/>
          </a:xfrm>
          <a:prstGeom prst="lin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72200" y="3657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(unknown)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hard: Different delegate hosts • SSH vs WinRM • Firewall rules vary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 Point 4: RBAC &amp; Connection Posture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44880"/>
            <a:ext cx="8229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Methods Vary by Platform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54864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2192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MSSQL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Auth, Windows Auth, WinRM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trust for Windows Auth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Connect, TNS, TCPS, Wallet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TNS needs tnsnames.ora; TCPS needs certs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Sybase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isql, SSH tunnel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authentication layers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017520"/>
            <a:ext cx="8229600" cy="1645920"/>
          </a:xfrm>
          <a:prstGeom prst="lin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Connection Variability: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BU-1: sqlcmd -S server,1433 -U scanuser -P $PASSWORD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BU-2: WinRM to Windows host, then trusted connection (Kerberos)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BU-3: sqlplus user/pass@//server:1521/service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BU-4: TNS alias via tnsnames.ora (requires TNS_ADMIN)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Not a Technical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7315200" cy="274320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8288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828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works. We've proven it in POC.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88720" y="2377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blockers are: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88720" y="274320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accurate information from affiliates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access and credentials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different tools and policies per BU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3931920"/>
            <a:ext cx="7315200" cy="457200"/>
          </a:xfrm>
          <a:prstGeom prst="lin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COORDINATION problem, not a coding problem.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Phases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54864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554480" cy="1097280"/>
          </a:xfrm>
          <a:prstGeom prst="lin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16459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94560" y="1371600"/>
            <a:ext cx="1554480" cy="1097280"/>
          </a:xfrm>
          <a:prstGeom prst="lin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9456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9456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94560" y="2240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proven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49040" y="16459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931920" y="1371600"/>
            <a:ext cx="1554480" cy="109728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3192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3192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31920" y="2240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creds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0" y="16459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0" y="1371600"/>
            <a:ext cx="1554480" cy="1097280"/>
          </a:xfrm>
          <a:prstGeom prst="line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6928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69280" y="2240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scale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23760" y="16459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06640" y="1371600"/>
            <a:ext cx="1554480" cy="1097280"/>
          </a:xfrm>
          <a:prstGeom prst="line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40664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0664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06640" y="2240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977640" y="2606040"/>
            <a:ext cx="0" cy="45720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06324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HERE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063240" y="3291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(Most Problematic)</a:t>
            </a:r>
            <a:endParaRPr lang="en-US" sz="1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49040"/>
          <a:ext cx="8229600" cy="16459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Requirements gathered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Pattern proven (Windows &amp; Linux)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Current — Blocked on access &amp; credentials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Pending onboarding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Future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Onboarding Is the Bottleneck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Needed vs What We Have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54864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879201"/>
              </p:ext>
            </p:extLst>
          </p:nvPr>
        </p:nvGraphicFramePr>
        <p:xfrm>
          <a:off x="457200" y="1371600"/>
          <a:ext cx="8229600" cy="152400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 access to delegate hosts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account ownership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 retrieval 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 by affiliate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policy exceptions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023360"/>
            <a:ext cx="8229600" cy="64008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can't move to MVP until onboarding completes for at least one affiliate.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Discussion: Discovery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Database Information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54864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91440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365760" cy="36576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463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best source of database inventory for your affiliate?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874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SNOW? Server Guru? Local CMDB? Manual list?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8229600" cy="59436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365760" cy="36576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514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stay current when databases are added/removed?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8229600" cy="59436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" y="3291840"/>
            <a:ext cx="365760" cy="36576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246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should we contact for database information?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Discussion: Credentials &amp; Network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and Connectivity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54864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Management: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cs typeface="Calibri" pitchFamily="34" charset="-120"/>
              </a:rPr>
              <a:t>Understanding the credential tools?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the service accounts for scanning?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passwords rotate?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60020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Designated scanning host / jump server?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Firewall/access requests needed?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or </a:t>
            </a:r>
            <a:r>
              <a:rPr lang="en-US" sz="14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WinRM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?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Discussion: Connection Posture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and Authentication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54864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9436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365760" cy="36576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3716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Auth vs Windows Auth — what does your environment use?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8229600" cy="59436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2212848"/>
            <a:ext cx="365760" cy="36576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1031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Connect vs TNS — which does Oracle require?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8229600" cy="59436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" y="2944368"/>
            <a:ext cx="365760" cy="36576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834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encryption requirements (TCPS, etc.)?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8229600" cy="594360"/>
          </a:xfrm>
          <a:prstGeom prst="line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0080" y="3675888"/>
            <a:ext cx="365760" cy="36576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566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permissions does the scan service account need?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Need From Each Affiliate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Forward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54864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026920"/>
        </p:xfrm>
        <a:graphic>
          <a:graphicData uri="http://schemas.openxmlformats.org/drawingml/2006/table">
            <a:tbl>
              <a:tblPr/>
              <a:tblGrid>
                <a:gridCol w="594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Provides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inventory (server, port, version, platform)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DBA Team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Delegate host (Linux/Windows we can scan from)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account with scan permissions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DBA + Security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 tool access (how we get passwords)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Team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 details (auth method, ports, TNS/Easy Connect)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DBA Team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of contact (who to call when scans fail)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Need From Security/Compliance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59383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and Exceptions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54864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169089"/>
              </p:ext>
            </p:extLst>
          </p:nvPr>
        </p:nvGraphicFramePr>
        <p:xfrm>
          <a:off x="457200" y="1962150"/>
          <a:ext cx="8229600" cy="12192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We Need 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scan permissions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DB privileges does the scan account need?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profile mapping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NIST controls apply to which database tiers?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 handling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when databases can't be scanned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54864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047778"/>
              </p:ext>
            </p:extLst>
          </p:nvPr>
        </p:nvGraphicFramePr>
        <p:xfrm>
          <a:off x="457200" y="1280160"/>
          <a:ext cx="8229600" cy="14478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discovery questionnaire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Workshop facilitator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delegate hosts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leads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TBD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 service accounts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DBA teams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Backlog tickets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credential retrieval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teams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weeks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Success Criteria: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affiliate fully onboarded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scan against real (non-prod) databases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retrieval working (not manual)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flowing to compliance reporting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Discuss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371600" y="32918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did you see in the demo 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71600" y="3794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are the challenges?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42976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1058</Words>
  <Application>Microsoft Macintosh PowerPoint</Application>
  <PresentationFormat>On-screen Show (16:9)</PresentationFormat>
  <Paragraphs>293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Compliance Scanning Workshop</dc:title>
  <dc:subject>PptxGenJS Presentation</dc:subject>
  <dc:creator>Shola</dc:creator>
  <cp:lastModifiedBy>Shola Jibodu</cp:lastModifiedBy>
  <cp:revision>3</cp:revision>
  <dcterms:created xsi:type="dcterms:W3CDTF">2026-02-03T16:32:06Z</dcterms:created>
  <dcterms:modified xsi:type="dcterms:W3CDTF">2026-02-03T17:23:46Z</dcterms:modified>
</cp:coreProperties>
</file>